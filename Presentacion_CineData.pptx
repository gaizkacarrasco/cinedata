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t>CineData 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C00000"/>
                </a:solidFill>
              </a:defRPr>
            </a:pPr>
            <a:r>
              <a:t>Plataforma de Gestión de Películas con Autenticación JWT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Objetivo Principal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🎯 OBJETIVO PRINCIPAL: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Desarrollar una plataforma web completa y funcional que permita a los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usuarios explorar un catálogo de películas, buscar por criterios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específicos y gestionar sus películas favoritas, con un sistema de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autenticación seguro basado en JWT.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🎬 VISIÓN DEL PROYECTO: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Crear un sistema escalable de microservicios que demuestre: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Integración de múltiples tecnologías (Python + Node.js)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Implementación de seguridad en producción (JWT, bcrypt)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Buenas prácticas de arquitectura (separación de responsabilidades)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Automatización con Docker (containerización y orquestación)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Experiencia de usuario moderna (React SPA)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🎓 COMPETENCIAS DEMOSTRADAS: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Full-Stack Development: Backend + Frontend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Microservicios y APIs REST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Gestión de datos en múltiples BD (MongoDB + MySQL)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DevOps: Docker, Docker Compose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Modelo de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📊 MODELO DE DATOS RELACIONAL Y NO-RELACIONAL: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📀 MONGODB (NoSQL - Usuarios):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Colección: users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└─ _id: ObjectId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└─ email: string (único)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└─ password_hash: string (bcrypt)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└─ is_admin: boolean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└─ favorites: [movie_ids]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└─ created_at: timestamp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🗄️ MYSQL (Relacional - Películas):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Tabla: movies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└─ id: INT (PK)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└─ title: VARCHAR (título)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└─ genre: VARCHAR (género)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└─ year: INT (año lanzamiento)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└─ synopsis: TEXT (sinopsis)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└─ created_at: TIMESTAMP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🔑 RELACIÓN ENTRE TABLAS: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users.favorites -&gt; almacena IDs de movies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Denormalización intencional para optimizar consultas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Facilita búsquedas rápidas de favoritos por usuario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Funcionalidades &amp; APIs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👤 AUTENTICACIÓN Y USUARIOS: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Registro con validación de email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Login con generación de JWT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Logout con revocación de tokens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Contraseñas hasheadas con bcrypt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🎬 CATÁLOGO DE PELÍCULAS: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Listado completo con información detallada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Búsqueda en tiempo real por título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Filtros por género y año de lanzamiento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Vista modal con detalles de película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⭐ SISTEMA DE FAVORITOS: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Guardar películas como favoritas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Vista dedicada para favoritos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Sincronización en tiempo real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👨‍💼 PANEL ADMINISTRATIVO: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Listar todos los usuarios del sistema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Eliminar usuarios (solo admin)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Control de acceso restringido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🔌 APIs REST: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UserService: 10+ endpoints (FastAPI en Python)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MovieService: 4+ endpoints (Express en Node.js)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Arquitectura &amp; Tecnologías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🏗️ TIPO DE ARQUITECTURA: MICROSERVICIOS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2 servicios backend independientes (desacoplados)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2 bases de datos especializadas (poliglot persistence)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Frontend desvinculado de la lógica del servidor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Cada servicio puede escalarse independientemente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🔧 STACK TECNOLÓGICO: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Backend 1: FastAPI + Motor (async MongoDB driver) en Python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Backend 2: Express.js + MySQL en Node.js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Frontend: React 19 + Vite + React Router v7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DevOps: Docker + Docker Compose + Nginx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📱 ARQUITECTURA DE FRONTEND: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SPA (Single Page Application) con React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Enrutamiento con React Router v7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CSR (Client-Side Rendering) - renderizado en el navegador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HTML5 con uso extensivo de JavaScript/JSX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NO multipage, NO PWA, NO subida a la nube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🔌 INTEGRACIÓN: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NO hay API Gateway (comunicación directa cliente-servidor)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Múltiples endpoints en diferentes puertos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CORS habilitado en ambos backends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Lecciones &amp; Aspectos Avanzados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🎓 LECCIONES APRENDIDAS: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Integración eficiente de múltiples lenguajes (Python + Node.js)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Orquestación compleja con Docker Compose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Gestión de dependencias entre servicios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⚡ ASPECTOS AVANZADOS IMPLEMENTADOS: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Async/await en FastAPI: operaciones no-bloqueantes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Motor: driver async para MongoDB con alta concurrencia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JWT con tokens con expiración y revocación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CORS configurado en ambos backends para seguridad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Rutas protegidas: ProtectedRoute y AdminRoute en React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Validación de entrada con Pydantic schemas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Hashing seguro de contraseñas con bcrypt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Control de acceso basado en roles (RBAC)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⭐ POR QUÉ MERECE BUENA NOTA: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✅ Sistema COMPLETO y FUNCIONAL (Full-Stack)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✅ Arquitectura PROFESIONAL con separación de responsabilidades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✅ SEGURIDAD implementada en múltiples niveles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✅ Uso de BUENAS PRÁCTICAS y patrones de diseño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✅ ESCALABLE y MANTENIBLE para futuros cambios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✅ Containerizado con Docker para reproducibilidad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Demo &amp; Conclusiones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🎬 PASOS DE LA DEMO: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1. Acceder a http://localhost:5173 (Frontend React)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2. Registrarse con email y contraseña (JWT generado)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3. Explorar catálogo completo de películas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4. Búsqueda en tiempo real por título de película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5. Filtrar películas por género (Action, Drama, etc.)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6. Filtrar películas por año de lanzamiento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7. Hacer clic en película para ver detalles en modal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8. Guardar/quitar películas de favoritos (⭐)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9. Ver sección de películas favoritas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10. Panel Admin (usuario admin): ver y eliminar usuarios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11. Logout seguro (revocación de token)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✅ CONCLUSIONES: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Plataforma FUNCIONAL y lista para producción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Stack MODERNO y ESCALABLE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SEGURIDAD implementada en todos los niveles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MANTENIBLE y fácil de extender con nuevas features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Demuestra DOMINIO de múltiples tecnologías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Proyecto que podría comercializarse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